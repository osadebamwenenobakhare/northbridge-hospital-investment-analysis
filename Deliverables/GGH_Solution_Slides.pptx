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 ·  Financial Problem &amp;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clinical. The fix is.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uncollected over 24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GGH billed $7.97M · collected only $2.32M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denial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5 causes are billing failures — not clinical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breakdown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163824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filing failures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558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355848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errors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Pre-authorisation missing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398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3739896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docs incomplete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0" cy="33101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987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11338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57216" y="113385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billing process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57216" y="140817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N8N runs 5 checks before every claim is submitted — pre-auth, codes, duplicates, docs, and filing deadline. Catches every denial cause automatically in under 2 seconds.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189280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57216" y="18928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medical coders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57216" y="216712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ICD/CPT audit programme with targeted retraining. Eliminates 269 coding-error denials per year.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26517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57216" y="26517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pre-auth &amp; documentation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57216" y="292608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Pre-admission checklist and clinical note protocol. Fixes 531 auth and documentation denials per year.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36592" y="34107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57216" y="34107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existing denied claims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57216" y="368503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1,326 denials from the last 24 months are within the 90-day appeal window. Estimated $1.1M immediately recoverable.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15137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151376"/>
            <a:ext cx="91440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5137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after implementation: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4425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590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  →  ~15%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514600" y="4425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4590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  →  ~55%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0" y="4425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0" y="4590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+$2.2M / year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29400" y="4425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29400" y="4590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 weeks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01  ·  N8N Automated Billing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checked automatically before it leaves the hospital.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36592" y="987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AUTOMATION  ·  WF-01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124358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created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550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167335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directly — no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984248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8483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10312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by payer  (50.6% of all claims)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414016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253288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re-work — 3 hours per claim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2843784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443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2962656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(if still within filing window)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273552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741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339242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delayed or permanently lost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0" cy="33101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22529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488" y="1243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created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554480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6550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47488" y="1673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checks run in &lt; 2 seconds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1984248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08483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 · Codes · Duplicates · Deadline · Docs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414016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51460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47488" y="2532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 — clean claim submitted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2843784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9443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2962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approves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273552"/>
            <a:ext cx="0" cy="10058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3741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47488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  ·  +$2.2M per year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822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 — Filing Deadline Monitor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Runs at 06:00 every day. Scans all open claims. Sends escalating alerts before any deadline expires. Eliminates all 270 timely filing failures per year.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261104"/>
            <a:ext cx="1572768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2976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4498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029968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21408" y="4261104"/>
            <a:ext cx="1572768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12848" y="42976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left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212848" y="4498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94176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85616" y="4261104"/>
            <a:ext cx="1572768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42976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left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877056" y="4498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email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58384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49824" y="4261104"/>
            <a:ext cx="1572768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1264" y="42976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left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41264" y="4498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call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022592" y="4352544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14032" y="4261104"/>
            <a:ext cx="1572768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05472" y="42976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205472" y="4498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team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2026-06-07T12:49:52Z</dcterms:created>
  <dcterms:modified xsi:type="dcterms:W3CDTF">2026-06-07T12:49:52Z</dcterms:modified>
</cp:coreProperties>
</file>