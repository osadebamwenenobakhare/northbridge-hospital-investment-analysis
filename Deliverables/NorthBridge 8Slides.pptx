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2796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HEALTH INVESTMENT FUND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Enobakhare</a:t>
            </a:r>
            <a:endParaRPr lang="en-US" sz="5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Osadebamwen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26334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Nurse  ·  Healthcare Data Analyst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35808"/>
            <a:ext cx="5029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1638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Investment Analysis for NorthBridge Health Investment Fund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56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10,900 patient records  ·  3 hospitals  ·  24 months of data  ·  January 2022 – December 2023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QUESTION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hospitals. One investment decision.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NorthBridge Health Investment Fund commissioned an independent data-driven analysis to identify which of three Nigerian hospitals represents the strongest investment opportunity.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02920" y="21214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Eastpoint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Hospital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724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Hospital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Beds   ·   3,500 Encounters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273552"/>
            <a:ext cx="2377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467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1 of 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27832" y="1554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GGH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27832" y="21214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Hospital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27832" y="2724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Hospital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27832" y="29718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Beds   ·   3,600 Encounters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3273552"/>
            <a:ext cx="2377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33467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2 of 3  ·  Recommended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52744" y="15544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RMC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952744" y="212140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Centre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52744" y="27249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Hospital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52744" y="29718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Beds   ·   3,800 Encounters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52744" y="3273552"/>
            <a:ext cx="23774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52744" y="33467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3 of 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1481328"/>
            <a:ext cx="0" cy="23774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25312" y="1481328"/>
            <a:ext cx="0" cy="237744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70332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7647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– Dec 2023  ·  10,900 total patient records  ·  54 data fields  ·  Analysed using Python, Power BI, and Excel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PROFILE  ·  CANDIDATE 1 OF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Eastpoint Community Hospital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Hospital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 Beds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 Encounters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2560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of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5.93/10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1234440"/>
          <a:ext cx="5257800" cy="2551176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Collected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$1.9M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Denial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Readmission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Encounter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200400" y="320040"/>
            <a:ext cx="0" cy="36576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41985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summary: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37307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 is the only hospital improving across all financial metrics without external support. Denial rate fell 6.2pp in 12 months. Collection rate rose 4.3pp. Clinical outcomes also improving — readmission down, satisfaction up. Trajectory is positive. Constraint: 190-bed ceiling limits growth potential.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PROFILE  ·  CANDIDATE 2 OF 3  ·  RECOMMENDED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General Hospital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Hospital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Beds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 Encounters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2560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214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of 3  ·  Recommended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6.36/10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1234440"/>
          <a:ext cx="5257800" cy="2551176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Collected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$1.14M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$1.18M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Denial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Readmission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7.85/10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Encounter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200400" y="320040"/>
            <a:ext cx="0" cy="36576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41985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summary: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37307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GGH is simultaneously getting clinically better and financially worse. Readmission fell, satisfaction rose — care quality improving year on year. But denial rate rose from 48% to 53.3%, collection rate fell. This pattern is a diagnostic: the problem is not clinical. It is in the billing process. Billing problems are fixable.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PROFILE  ·  CANDIDATE 3 OF 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RMC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1005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Riverside Medical Centre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3167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Hospital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 Beds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3,800 Encounters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25603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of 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Score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4.35/10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37560" y="1234440"/>
          <a:ext cx="5257800" cy="2551176"/>
        </p:xfrm>
        <a:graphic>
          <a:graphicData uri="http://schemas.openxmlformats.org/drawingml/2006/table">
            <a:tbl>
              <a:tblPr/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Collected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$3.2M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Denial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Readmission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 Satisfaction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5.65/10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Encounter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200400" y="320040"/>
            <a:ext cx="0" cy="36576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41985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summary: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3730752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RMC is financially stable but clinically stagnant. Revenue is highest of the three, yet patient outcomes are consistently worst — 19.7% readmission, 5.53 satisfaction. All hospitals treat identical patient severity mixes, so poor outcomes cannot be attributed to case complexity. This is a genuine quality of care deficit that carries regulatory and reputational risk.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RECOMMENDATION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94944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GGH — Greenfield General Hospital.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0" y="32004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6.36 / 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66560" y="6400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of 3  ·  recommended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932688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00584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foundation is unmatched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261872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GGH leads all 6 clinical metrics. Readmission 9.4% vs RMC 19.7%. Satisfaction 7.68 vs RMC 5.53. ED wait 33.5 min vs RMC 61.1 min. You are funding an already excellent hospital.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739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773936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problem has a precise diagnosis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29968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 denial rate from 5 billing failures — timely filing, coding errors, pre-auth, med necessity, duplicates. Not one is clinical. ECH cut its own rate 6.2pp in 12 months. GGH can do more with investment.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420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54203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upside is a calculation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798064"/>
            <a:ext cx="7680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GGH billed $7.97M, collected $2.32M. At RMC's collection rate: +$2.22M per year. That money already exists — it has been earned but not yet collected.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5526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198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Return Projection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493008"/>
          <a:ext cx="8138160" cy="1447800"/>
        </p:xfrm>
        <a:graphic>
          <a:graphicData uri="http://schemas.openxmlformats.org/drawingml/2006/table">
            <a:tbl>
              <a:tblPr/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~$8.3M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~$11M+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502920" y="4773168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GGH  ·  THE FINANCIAL PROBLEM AND HOW INVESTMENT FIXES IT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clinical. The fix is.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87782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50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$5.65M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18836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uncollected over 24 months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GGH billed $7.97M · collected only $2.32M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423160"/>
            <a:ext cx="34747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871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50.6% denial rate  ·  5 causes, all billing failures: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7614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2761488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filing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96265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4128" y="2962656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errors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1638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3163824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Pre-authorisation missing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3364992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docs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24128" y="3566160"/>
            <a:ext cx="2999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submissions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15968" y="877824"/>
            <a:ext cx="0" cy="3767328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95097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0560" y="12344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01184" y="123444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billing process (N8N)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01184" y="1527048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Pre-validates every claim before submission — 5 checks, under 2 seconds. Addresses all 5 denial causes.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80560" y="207568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01184" y="2075688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medical coders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01184" y="236829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ICD/CPT audit with targeted retraining. Eliminates 269 coding-error denials per year.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80560" y="291693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01184" y="2916936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pre-auth and documentation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01184" y="3209544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Pre-admission checklist and clinical note protocol. Fixes 531 denials per year.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80560" y="375818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01184" y="375818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existing denied claims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01184" y="405079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1,326 denials still within appeal window. Estimated $1.1M immediately recoverable.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617720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66344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 Denial 50.6% → ~15%   ·   Collection 29% → ~55%   ·   Additional revenue +$2.2M/yr   ·   ROI payback under 6 weeks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88289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ECH AND RMC WERE NOT SELECTED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hospitals were seriously considered. Neither was right for this investment.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859536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32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  ·  Score 5.93/10  ·  2nd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2435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Improving year on year without any external help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Denial rate fell 6.2pp in 12 months — the best YoY improvement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Solid clinical scores — no quality risk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3657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33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selected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190 licensed beds is an absolute ceiling — capital cannot create beds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21868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Even at 100% collection, revenue potential is capped by capacity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5-year return: ~$2M — modest against GGH's ~$11M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5112" y="877824"/>
            <a:ext cx="0" cy="36576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9326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RMC  ·  Score 4.35/10  ·  3rd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80560" y="124358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80560" y="14813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Strongest financial metrics — $6.6M revenue, 56.9% collection, 14.6% denial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182880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Largest hospital at 480 beds with tertiary status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80560" y="217627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Financial trajectory is stable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80560" y="2560320"/>
            <a:ext cx="3657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6334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selected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480560" y="287121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19.7% readmission — 1 in 5 patients returns within 30 days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321868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All hospitals treat identical case mix: poor outcomes are genuine quality failures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480560" y="356616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Year 2–3: NHIA regulatory review. Year 3–5: patient trust erodes, value declines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986784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41648"/>
          <a:ext cx="8138160" cy="701040"/>
        </p:xfrm>
        <a:graphic>
          <a:graphicData uri="http://schemas.openxmlformats.org/drawingml/2006/table">
            <a:tbl>
              <a:tblPr/>
              <a:tblGrid>
                <a:gridCol w="203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4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GGH 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return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~$11M+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capped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Fixable — billing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regulatory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02920" y="4919472"/>
            <a:ext cx="81381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489204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Analytics Capstone  ·  NorthBridge Hospital Investment Analysis  ·  Osadeba  ·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1262</Words>
  <Application>Microsoft Office PowerPoint</Application>
  <PresentationFormat>On-screen Show (16:9)</PresentationFormat>
  <Paragraphs>268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OSADEBAMWEN ENOBAKHARE</cp:lastModifiedBy>
  <cp:revision>1</cp:revision>
  <dcterms:created xsi:type="dcterms:W3CDTF">2026-06-11T21:13:25Z</dcterms:created>
  <dcterms:modified xsi:type="dcterms:W3CDTF">2026-06-20T13:59:55Z</dcterms:modified>
</cp:coreProperties>
</file>